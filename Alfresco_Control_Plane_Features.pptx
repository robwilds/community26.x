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828800"/>
            <a:ext cx="10698480" cy="3200400"/>
          </a:xfrm>
          <a:prstGeom prst="roundRect">
            <a:avLst>
              <a:gd name="adj" fmla="val 5000"/>
            </a:avLst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Alfresco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B8FA3"/>
                </a:solidFill>
                <a:latin typeface="Calibri"/>
              </a:defRPr>
            </a:pPr>
            <a:r>
              <a:t>Web-Based Docker Management for Alfresco Community 26.x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8FA3"/>
                </a:solidFill>
                <a:latin typeface="Calibri"/>
              </a:defRPr>
            </a:pPr>
            <a:r>
              <a:t>Manage containers, JARs, AMPs, and logs — all from your browser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8CFF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Single-page web UI at http://localhost:9700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Zero dependencies — Python stdlib backend, vanilla JS frontend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Manage Docker Compose services without touching the CLI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Install and remove AMPs and JARs in running containers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Upload and delete files in the installs/ directories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Real-time container status with auto-refresh every 10 seconds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Dark theme UI with responsive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8CFF"/>
                </a:solidFill>
                <a:latin typeface="Calibri"/>
              </a:defRPr>
            </a:pPr>
            <a:r>
              <a:t>Services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Lists all services from docker-compose.yaml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Sorted with alfresco and share first, then alphabetically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Per-service Start, Stop, and Restart buttons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Global Start All, Stop All, and Restart All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Running status with green/red dot indicator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Donotstart profile services tagged with badge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Status summary showing X/Y containers running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8CFF"/>
                </a:solidFill>
                <a:latin typeface="Calibri"/>
              </a:defRPr>
            </a:pPr>
            <a:r>
              <a:t>Log Viewer &amp; Dozzle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▶ Show Logs accordion on each service row (collapsed by default)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Fetches last 20 log lines via docker logs --tail --timestamps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Dozzle ↗ link opens container logs directly in Dozzle (port 9999)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Both controls are inline with the service name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Expanding reveals monospace log output with scroll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No dependency on Dozzle — works even if Dozzle is 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8CFF"/>
                </a:solidFill>
                <a:latin typeface="Calibri"/>
              </a:defRPr>
            </a:pPr>
            <a:r>
              <a:t>Available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Content and Share tabs for installs/content/ and installs/share/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One-click Install AMP / Install JAR for each file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Already-installed files show disabled (done) button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Upload File button — accepts any file type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Delete button with danger warning confirmation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Post-upload prompt asks to install AMPs/JARs immediately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Uploaded files appear immediately after refresh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8CFF"/>
                </a:solidFill>
                <a:latin typeface="Calibri"/>
              </a:defRPr>
            </a:pPr>
            <a:r>
              <a:t>AMPs &amp; JARs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AMPs panel: Installed modules table (Title, Version, ID)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Pending AMPs shown below for both alfresco and share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JARs panel: All .jar files in WEB-INF/lib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Per-file Remove button for JARs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Install JAR copies file into container's WEB-INF/lib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Install AMP runs alfresco-mmt install with -force -nobackup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Alfresco/Share tabs for both panels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8C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Backend: Single Python file using http.server (stdlib only)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Frontend: Single HTML file with inline CSS/JS, zero dependencies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Docker interaction via subprocess.run (docker compose v2)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File uploads: base64 in JSON (simpler than multipart with http.server)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Delete endpoint validates path is within installs/ directory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All state is read from Docker live — no database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Vanilla JS: async/await, fetch API, innerHTML rendering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8CFF"/>
                </a:solidFill>
                <a:latin typeface="Calibri"/>
              </a:defRPr>
            </a:pPr>
            <a:r>
              <a:t>Technical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Service ordering: priority 0=alfresco, 1=share, then alphabetical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Project root derived from Path(__file__).parent.parent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Can launch Docker Desktop from the UI (macOS)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Docker overlay prompt when Docker is not running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600+ lines backend, 650+ lines frontend in single files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Health check uses internal curl probes in containers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AMPs installed via alfresco-mmt JAR inside the container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8CFF"/>
                </a:solidFill>
                <a:latin typeface="Calibri"/>
              </a:defRPr>
            </a:pPr>
            <a:r>
              <a:t>Docker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Alfresco Content Repository (Governance 26.1)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Alfresco Share (Governance 26.1)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PostgreSQL 17, Solr 6, ActiveMQ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Transform Core AIO, Content App, Control Center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Dozzle — real-time container log viewer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OpenLDAP + phpLDAPadmin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WildsALF MCP server for AI assistant integration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Open WebUI with Ollama for local LLM chat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Email (Apache James) + Rainloop Webmail</a:t>
            </a:r>
          </a:p>
          <a:p>
            <a:pPr>
              <a:spcAft>
                <a:spcPts val="600"/>
              </a:spcAft>
              <a:defRPr sz="1600">
                <a:solidFill>
                  <a:srgbClr val="E1E4EB"/>
                </a:solidFill>
                <a:latin typeface="Calibri"/>
              </a:defRPr>
            </a:pPr>
            <a:r>
              <a:t>QueryALF API server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2286000"/>
            <a:ext cx="6675120" cy="2286000"/>
          </a:xfrm>
          <a:prstGeom prst="roundRect">
            <a:avLst>
              <a:gd name="adj" fmla="val 5000"/>
            </a:avLst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0" y="24688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32918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B8FA3"/>
                </a:solidFill>
                <a:latin typeface="Calibri"/>
              </a:defRPr>
            </a:pPr>
            <a:r>
              <a:t>Alfresco Community 26.x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F8CFF"/>
                </a:solidFill>
                <a:latin typeface="Calibri"/>
              </a:defRPr>
            </a:pPr>
            <a:r>
              <a:t>http://localhost:9700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